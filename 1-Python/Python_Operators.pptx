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7" r:id="rId3"/>
    <p:sldId id="268" r:id="rId4"/>
    <p:sldId id="269" r:id="rId5"/>
    <p:sldId id="271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D718-EE86-8F7E-8177-7A73C3B18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DE0C4-4A25-A4DF-17FD-DA46408ECD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6A60C-631D-AE06-9228-7D7245CFE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E253-53B9-4367-B1AB-BDB4C2CFA07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1C7D8-886F-A9B6-8744-BC57E56A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77817-7417-BBC4-626C-F37601FE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7CAE-90DB-4BF2-817C-608318B09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679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1804D-CE99-D094-E686-50A7E299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246F0-FD2B-9FEF-D8D2-5486F457C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B6290-3158-AD1E-4488-E748DFD77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E253-53B9-4367-B1AB-BDB4C2CFA07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76375-02E8-8E43-A3FC-E3DCCA2CE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BB41B-FE14-2542-B746-0C2EDF93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7CAE-90DB-4BF2-817C-608318B09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555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5AB7B-65B8-9A33-BBA7-D20F2CF6D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3AFEB-475F-7F6F-F403-620F9FFFE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BC047-73ED-1BAB-EBA7-53ED1BBFD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E253-53B9-4367-B1AB-BDB4C2CFA07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E4F7C-2B67-58D3-0973-59970B31B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D828E-CCE4-3DB7-8A2E-CC5316151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7CAE-90DB-4BF2-817C-608318B09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590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1C4EF-354F-F2F0-F09E-EEEB3A3A5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632FC-A483-49D6-6265-7CB5A0215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55881-C138-ADDE-2C7A-07890A550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4C4254-1952-4C67-8D93-E3FABFF8D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E253-53B9-4367-B1AB-BDB4C2CFA07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4B1D0-C182-2784-FECF-513C958C3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C4B3E-62E8-1B35-B55D-28F57F5F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7CAE-90DB-4BF2-817C-608318B09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820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DB2CC-B7C5-6EF8-259B-9729A47F7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69883-D36A-3EEF-43B4-AC469838A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6DF0A2-9F47-0E91-1B30-FC3C00CC8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93DDDE-1A5D-55A0-B058-BA965657C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F0B09-FF39-BFFF-B4C6-B71EC57E0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3A86F-06CA-217A-A9DE-0D9E93C0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E253-53B9-4367-B1AB-BDB4C2CFA07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700ACD-C8E2-5F8D-2D97-8C64CD1C9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DFAE6-E6E0-8E88-E902-E83B84689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7CAE-90DB-4BF2-817C-608318B09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445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71C26-95B1-0721-2797-BF15FEFB3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26DD6F-1CCC-C690-F0CD-29EC856C2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E253-53B9-4367-B1AB-BDB4C2CFA07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3B7B85-3F53-45EF-5509-734D3FD9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6558B-6C2A-8F1E-D85F-9D09BC32A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7CAE-90DB-4BF2-817C-608318B09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534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89D9D-739D-C36F-A8D0-4B9214757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E253-53B9-4367-B1AB-BDB4C2CFA07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CD3A09-543C-5967-C50A-54393D6B9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A9BF3-AEB6-244E-4A1B-3E5C67315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7CAE-90DB-4BF2-817C-608318B09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680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79DFC-7B9D-062B-C9E3-A74F4C83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6E7E-729B-74D7-267A-1ED4ED6B7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8AADEF-C338-DB85-50FA-03248E1E1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2D13A-F516-1F40-4804-FB20C914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E253-53B9-4367-B1AB-BDB4C2CFA07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24FAC-4A5B-5016-4745-C665963F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9F5CA-AB1B-65E7-6E98-6900F23A1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7CAE-90DB-4BF2-817C-608318B09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825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04D4B-C758-AB78-3503-D098590B3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F65D2-7A45-4D2F-6299-0851F7E14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6117D-C789-0FAD-035F-6C3057AF5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2C422-65DB-A97E-C5EF-90E9EBB0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E253-53B9-4367-B1AB-BDB4C2CFA07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ED3DD-9AA5-A239-6373-20389A110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B793A-2592-B6F1-BE11-4B31DAC3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7CAE-90DB-4BF2-817C-608318B09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747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57A2-0C90-7738-F92A-52EE7FF50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E8A61-11A4-33AE-D290-3CDD6D377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EFFF7-7F9C-B241-D430-BBF873990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E253-53B9-4367-B1AB-BDB4C2CFA07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2C830-0491-56CE-45FF-DA794E635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38450-C2E8-752D-2659-394A79698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7CAE-90DB-4BF2-817C-608318B09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781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B4A753-DC96-294F-3014-3092F0E99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70393-CAC9-6466-0798-AC01A32FD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D0C39-388D-87A7-25EA-7F8F19EB2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E253-53B9-4367-B1AB-BDB4C2CFA07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54EE8-BFC0-DF77-5269-233D9332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48CAC-BEF2-11D7-DF77-25E8DC51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7CAE-90DB-4BF2-817C-608318B09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645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19FCCD-EFC9-8B97-DA8E-54B7D757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8D6BD-B753-AEBE-5476-86D3D2D9C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FCD66-4337-6992-8A67-4CDBCE831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15E253-53B9-4367-B1AB-BDB4C2CFA07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09193-5EF0-8A09-5178-B5CC4083EF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335B0-C7DA-AC8E-6E47-C20E8AC2E2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87CAE-90DB-4BF2-817C-608318B09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92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F312-AD5B-A666-7676-485A57BEF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Arithmetic Operators</a:t>
            </a:r>
            <a:br>
              <a:rPr lang="en-IN" sz="1800" b="1" kern="100" dirty="0">
                <a:solidFill>
                  <a:srgbClr val="0F4761"/>
                </a:solidFill>
                <a:effectLst/>
                <a:highlight>
                  <a:srgbClr val="FFFFFF"/>
                </a:highlight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4" name="Content Placeholder 3" descr="A screenshot of a math form&#10;&#10;Description automatically generated">
            <a:extLst>
              <a:ext uri="{FF2B5EF4-FFF2-40B4-BE49-F238E27FC236}">
                <a16:creationId xmlns:a16="http://schemas.microsoft.com/office/drawing/2014/main" id="{EBE40837-9CD8-63D7-8ED8-B8D015310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159" y="1138265"/>
            <a:ext cx="9357784" cy="507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384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F312-AD5B-A666-7676-485A57BEF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Assignment Operators</a:t>
            </a:r>
            <a:br>
              <a:rPr lang="en-IN" sz="1800" b="1" kern="100" dirty="0">
                <a:solidFill>
                  <a:srgbClr val="0F4761"/>
                </a:solidFill>
                <a:effectLst/>
                <a:highlight>
                  <a:srgbClr val="FFFFFF"/>
                </a:highlight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8F7AA12-4747-1EEA-3AFD-647978787D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1001" y="1118581"/>
            <a:ext cx="8769056" cy="5374294"/>
          </a:xfrm>
        </p:spPr>
      </p:pic>
    </p:spTree>
    <p:extLst>
      <p:ext uri="{BB962C8B-B14F-4D97-AF65-F5344CB8AC3E}">
        <p14:creationId xmlns:p14="http://schemas.microsoft.com/office/powerpoint/2010/main" val="855784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F312-AD5B-A666-7676-485A57BEF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Comparison Operators</a:t>
            </a:r>
            <a:br>
              <a:rPr lang="en-IN" sz="1800" b="1" kern="100" dirty="0">
                <a:solidFill>
                  <a:srgbClr val="0F4761"/>
                </a:solidFill>
                <a:effectLst/>
                <a:highlight>
                  <a:srgbClr val="FFFFFF"/>
                </a:highlight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9889A7-270D-2960-D63D-21B71A37C8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91578"/>
            <a:ext cx="9396340" cy="4898092"/>
          </a:xfrm>
        </p:spPr>
      </p:pic>
    </p:spTree>
    <p:extLst>
      <p:ext uri="{BB962C8B-B14F-4D97-AF65-F5344CB8AC3E}">
        <p14:creationId xmlns:p14="http://schemas.microsoft.com/office/powerpoint/2010/main" val="114000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F312-AD5B-A666-7676-485A57BEF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Logical Operators</a:t>
            </a:r>
            <a:br>
              <a:rPr lang="en-IN" sz="1800" b="1" kern="100" dirty="0">
                <a:solidFill>
                  <a:srgbClr val="0F4761"/>
                </a:solidFill>
                <a:effectLst/>
                <a:highlight>
                  <a:srgbClr val="FFFFFF"/>
                </a:highlight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E083FFA-3D2C-77D0-46D8-13341E291D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536532"/>
            <a:ext cx="10700657" cy="4222011"/>
          </a:xfrm>
        </p:spPr>
      </p:pic>
    </p:spTree>
    <p:extLst>
      <p:ext uri="{BB962C8B-B14F-4D97-AF65-F5344CB8AC3E}">
        <p14:creationId xmlns:p14="http://schemas.microsoft.com/office/powerpoint/2010/main" val="3662575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F312-AD5B-A666-7676-485A57BEF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Identity Operators</a:t>
            </a:r>
            <a:br>
              <a:rPr lang="en-IN" sz="1800" b="1" kern="100" dirty="0">
                <a:solidFill>
                  <a:srgbClr val="0F4761"/>
                </a:solidFill>
                <a:effectLst/>
                <a:highlight>
                  <a:srgbClr val="FFFFFF"/>
                </a:highlight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1AA7F6-1C17-B1E3-D0F1-F95F66832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96425"/>
            <a:ext cx="9918805" cy="3225946"/>
          </a:xfrm>
        </p:spPr>
      </p:pic>
    </p:spTree>
    <p:extLst>
      <p:ext uri="{BB962C8B-B14F-4D97-AF65-F5344CB8AC3E}">
        <p14:creationId xmlns:p14="http://schemas.microsoft.com/office/powerpoint/2010/main" val="3698730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1079ABC-A2FB-B6C7-3809-13F9F1388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89101"/>
            <a:ext cx="10905066" cy="547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603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10888</TotalTime>
  <Words>20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Python Arithmetic Operators </vt:lpstr>
      <vt:lpstr>Python Assignment Operators </vt:lpstr>
      <vt:lpstr>Python Comparison Operators </vt:lpstr>
      <vt:lpstr>Python Logical Operators </vt:lpstr>
      <vt:lpstr>Python Identity Operators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Abhishek Setia</dc:creator>
  <cp:lastModifiedBy>Vineet Kumar</cp:lastModifiedBy>
  <cp:revision>51</cp:revision>
  <dcterms:created xsi:type="dcterms:W3CDTF">2024-06-27T10:22:42Z</dcterms:created>
  <dcterms:modified xsi:type="dcterms:W3CDTF">2026-02-08T17:37:40Z</dcterms:modified>
</cp:coreProperties>
</file>